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18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35" autoAdjust="0"/>
    <p:restoredTop sz="94660"/>
  </p:normalViewPr>
  <p:slideViewPr>
    <p:cSldViewPr snapToGrid="0">
      <p:cViewPr varScale="1">
        <p:scale>
          <a:sx n="85" d="100"/>
          <a:sy n="85" d="100"/>
        </p:scale>
        <p:origin x="96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12-Dec-19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12-Dec-19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12-Dec-19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12-Dec-19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12-Dec-19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12-Dec-19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12-Dec-19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12-Dec-19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12-Dec-19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12-Dec-19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12-Dec-19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12-Dec-19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12-Dec-19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12-Dec-19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12-Dec-19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12-Dec-19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12-Dec-19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12-Dec-19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B3E15-4EE3-4593-8EFD-386271CA19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Docker network</a:t>
            </a:r>
          </a:p>
        </p:txBody>
      </p:sp>
    </p:spTree>
    <p:extLst>
      <p:ext uri="{BB962C8B-B14F-4D97-AF65-F5344CB8AC3E}">
        <p14:creationId xmlns:p14="http://schemas.microsoft.com/office/powerpoint/2010/main" val="3507431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E58A8-A40E-4644-A02A-C735270DA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Network Driver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BBE5DCE-368B-4980-A082-9A521E1739D9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778927" y="2366963"/>
            <a:ext cx="3376345" cy="3424237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9C0449-8F87-4135-8CBD-820A300BE60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72200" y="1954530"/>
            <a:ext cx="5105400" cy="4377690"/>
          </a:xfrm>
        </p:spPr>
        <p:txBody>
          <a:bodyPr>
            <a:normAutofit fontScale="92500"/>
          </a:bodyPr>
          <a:lstStyle/>
          <a:p>
            <a:r>
              <a:rPr lang="en-US" dirty="0"/>
              <a:t>There are 3 types of network driver</a:t>
            </a:r>
          </a:p>
          <a:p>
            <a:pPr lvl="1"/>
            <a:r>
              <a:rPr lang="en-US" dirty="0"/>
              <a:t>Bridge (default or docker 0)</a:t>
            </a:r>
          </a:p>
          <a:p>
            <a:pPr lvl="1"/>
            <a:r>
              <a:rPr lang="en-US" dirty="0"/>
              <a:t>Host</a:t>
            </a:r>
          </a:p>
          <a:p>
            <a:pPr lvl="1"/>
            <a:r>
              <a:rPr lang="en-US" dirty="0"/>
              <a:t>None</a:t>
            </a:r>
          </a:p>
          <a:p>
            <a:r>
              <a:rPr lang="en-US" dirty="0"/>
              <a:t>Bridge</a:t>
            </a:r>
          </a:p>
          <a:p>
            <a:pPr lvl="1"/>
            <a:r>
              <a:rPr lang="en-US" dirty="0"/>
              <a:t>Container get attached</a:t>
            </a:r>
          </a:p>
          <a:p>
            <a:pPr lvl="1"/>
            <a:r>
              <a:rPr lang="en-US" dirty="0"/>
              <a:t>Pvt internal network created by docker</a:t>
            </a:r>
          </a:p>
          <a:p>
            <a:pPr lvl="1"/>
            <a:r>
              <a:rPr lang="en-US" dirty="0"/>
              <a:t>IP address in the range of 172.17 series</a:t>
            </a:r>
          </a:p>
          <a:p>
            <a:pPr lvl="1"/>
            <a:r>
              <a:rPr lang="en-US" dirty="0"/>
              <a:t>2 types of bridge</a:t>
            </a:r>
          </a:p>
          <a:p>
            <a:pPr lvl="2"/>
            <a:r>
              <a:rPr lang="en-US" dirty="0"/>
              <a:t>Default</a:t>
            </a:r>
          </a:p>
          <a:p>
            <a:pPr lvl="2"/>
            <a:r>
              <a:rPr lang="en-US" dirty="0"/>
              <a:t>Custom</a:t>
            </a:r>
          </a:p>
        </p:txBody>
      </p:sp>
    </p:spTree>
    <p:extLst>
      <p:ext uri="{BB962C8B-B14F-4D97-AF65-F5344CB8AC3E}">
        <p14:creationId xmlns:p14="http://schemas.microsoft.com/office/powerpoint/2010/main" val="3697926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CC212-70D5-4DF1-B416-DDF6753DB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Overlay and ingress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D4C2D-D43E-4666-9284-92B9BFDDBCC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algn="just"/>
            <a:r>
              <a:rPr lang="en-US" dirty="0"/>
              <a:t>Overlay</a:t>
            </a:r>
          </a:p>
          <a:p>
            <a:pPr lvl="1" algn="just"/>
            <a:r>
              <a:rPr lang="en-US" dirty="0"/>
              <a:t>Create an internal private network that spans across all the nodes</a:t>
            </a:r>
          </a:p>
          <a:p>
            <a:pPr lvl="1" algn="just"/>
            <a:endParaRPr lang="en-US" dirty="0"/>
          </a:p>
          <a:p>
            <a:pPr lvl="1" algn="just"/>
            <a:r>
              <a:rPr lang="en-US" dirty="0"/>
              <a:t>Attach containers or services to this network</a:t>
            </a:r>
          </a:p>
          <a:p>
            <a:pPr lvl="1" algn="just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3F23E3-A285-427C-B7FB-AD84E3060A87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algn="just"/>
            <a:r>
              <a:rPr lang="en-US" dirty="0"/>
              <a:t>Ingress Network</a:t>
            </a:r>
          </a:p>
          <a:p>
            <a:pPr lvl="1" algn="just"/>
            <a:endParaRPr lang="en-US" dirty="0"/>
          </a:p>
          <a:p>
            <a:pPr lvl="1" algn="just"/>
            <a:r>
              <a:rPr lang="en-US" dirty="0"/>
              <a:t>When executing Docker Swarm, automatically created Ingress Network</a:t>
            </a:r>
          </a:p>
          <a:p>
            <a:pPr lvl="1" algn="just"/>
            <a:endParaRPr lang="en-US" dirty="0"/>
          </a:p>
          <a:p>
            <a:pPr lvl="1" algn="just"/>
            <a:r>
              <a:rPr lang="en-US" dirty="0"/>
              <a:t>It has build in a load balancer that redirect the traffic</a:t>
            </a:r>
          </a:p>
          <a:p>
            <a:pPr lvl="1"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393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87288-B091-4DDE-BF80-90F3B44F3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network behind scene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3079B-A013-4BCA-BE4B-D2D4CA250C3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1596" y="2363517"/>
            <a:ext cx="4109782" cy="3424107"/>
          </a:xfrm>
        </p:spPr>
        <p:txBody>
          <a:bodyPr/>
          <a:lstStyle/>
          <a:p>
            <a:r>
              <a:rPr lang="en-US" dirty="0"/>
              <a:t>Docker created docker0</a:t>
            </a:r>
          </a:p>
          <a:p>
            <a:r>
              <a:rPr lang="en-US" dirty="0"/>
              <a:t>it is called bridge network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679026-9F98-4CE8-9182-2F85992B214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9112" y="2367092"/>
            <a:ext cx="7383558" cy="3424107"/>
          </a:xfrm>
        </p:spPr>
        <p:txBody>
          <a:bodyPr/>
          <a:lstStyle/>
          <a:p>
            <a:r>
              <a:rPr lang="en-US" dirty="0"/>
              <a:t>As soon as you create a container</a:t>
            </a:r>
          </a:p>
          <a:p>
            <a:pPr lvl="1"/>
            <a:r>
              <a:rPr lang="en-US" dirty="0"/>
              <a:t>Create a bridge network which connect for us</a:t>
            </a:r>
          </a:p>
          <a:p>
            <a:pPr lvl="1"/>
            <a:r>
              <a:rPr lang="en-US" dirty="0"/>
              <a:t>Container create a </a:t>
            </a:r>
            <a:r>
              <a:rPr lang="en-US" dirty="0" err="1"/>
              <a:t>Vethx</a:t>
            </a:r>
            <a:endParaRPr lang="en-US" dirty="0"/>
          </a:p>
          <a:p>
            <a:pPr lvl="1"/>
            <a:r>
              <a:rPr lang="en-US" dirty="0" err="1"/>
              <a:t>Vethx</a:t>
            </a:r>
            <a:r>
              <a:rPr lang="en-US" dirty="0"/>
              <a:t> communicate to Docker0</a:t>
            </a:r>
          </a:p>
          <a:p>
            <a:pPr lvl="1"/>
            <a:r>
              <a:rPr lang="en-US" dirty="0"/>
              <a:t>Docker0 give us to  access and communicate container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684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929871-E5CC-4ACD-A514-B02BAB176C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6926" y="869243"/>
            <a:ext cx="6199837" cy="458965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46EAD1B-38C6-4C10-A683-504729346EB7}"/>
              </a:ext>
            </a:extLst>
          </p:cNvPr>
          <p:cNvSpPr/>
          <p:nvPr/>
        </p:nvSpPr>
        <p:spPr>
          <a:xfrm>
            <a:off x="178570" y="869243"/>
            <a:ext cx="2271119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rgbClr val="FF0000"/>
                </a:solidFill>
              </a:rPr>
              <a:t>Docker0 interface is a Virtual Ethernet bridge.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Connect container and local host</a:t>
            </a:r>
          </a:p>
          <a:p>
            <a:pPr algn="just"/>
            <a:endParaRPr lang="en-US" dirty="0"/>
          </a:p>
          <a:p>
            <a:pPr algn="just"/>
            <a:r>
              <a:rPr lang="en-US" b="1" dirty="0"/>
              <a:t>Container has to communicate within a host</a:t>
            </a:r>
          </a:p>
          <a:p>
            <a:pPr algn="just"/>
            <a:r>
              <a:rPr lang="en-US" dirty="0"/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73D235-D110-42AB-85FB-A3E7CB6ECFC1}"/>
              </a:ext>
            </a:extLst>
          </p:cNvPr>
          <p:cNvSpPr/>
          <p:nvPr/>
        </p:nvSpPr>
        <p:spPr>
          <a:xfrm>
            <a:off x="9144000" y="869243"/>
            <a:ext cx="2271119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/>
              <a:t>When Docker create a container, it create a pair of peer interface.</a:t>
            </a:r>
          </a:p>
          <a:p>
            <a:pPr algn="just"/>
            <a:endParaRPr lang="en-US" dirty="0"/>
          </a:p>
          <a:p>
            <a:pPr marL="342900" indent="-342900" algn="just">
              <a:buAutoNum type="arabicParenR"/>
            </a:pPr>
            <a:r>
              <a:rPr lang="en-US" dirty="0"/>
              <a:t>Eth0</a:t>
            </a:r>
          </a:p>
          <a:p>
            <a:pPr marL="342900" indent="-342900" algn="just">
              <a:buAutoNum type="arabicParenR"/>
            </a:pPr>
            <a:r>
              <a:rPr lang="en-US" dirty="0" err="1"/>
              <a:t>Vethx</a:t>
            </a:r>
            <a:endParaRPr lang="en-US" dirty="0"/>
          </a:p>
          <a:p>
            <a:pPr algn="just"/>
            <a:endParaRPr lang="en-US" dirty="0"/>
          </a:p>
          <a:p>
            <a:pPr algn="just"/>
            <a:r>
              <a:rPr lang="en-US" dirty="0" err="1"/>
              <a:t>Vethx</a:t>
            </a:r>
            <a:r>
              <a:rPr lang="en-US" dirty="0"/>
              <a:t> : One end plugged into Bridge and other end plugged into Container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CE1935-203D-4983-B52E-D88D6E9BE022}"/>
              </a:ext>
            </a:extLst>
          </p:cNvPr>
          <p:cNvSpPr/>
          <p:nvPr/>
        </p:nvSpPr>
        <p:spPr>
          <a:xfrm>
            <a:off x="2696926" y="5763697"/>
            <a:ext cx="694583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/>
              <a:t>Every Container is having </a:t>
            </a:r>
            <a:r>
              <a:rPr lang="en-US" dirty="0" err="1"/>
              <a:t>Vertx</a:t>
            </a:r>
            <a:endParaRPr lang="en-US" dirty="0"/>
          </a:p>
          <a:p>
            <a:pPr algn="just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39851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FEC46-D1CB-4C05-8AAA-1308D6D7690F}"/>
              </a:ext>
            </a:extLst>
          </p:cNvPr>
          <p:cNvSpPr txBox="1">
            <a:spLocks/>
          </p:cNvSpPr>
          <p:nvPr/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Host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6D70F5-EC36-4405-8D6C-81197DB82380}"/>
              </a:ext>
            </a:extLst>
          </p:cNvPr>
          <p:cNvSpPr txBox="1">
            <a:spLocks/>
          </p:cNvSpPr>
          <p:nvPr/>
        </p:nvSpPr>
        <p:spPr>
          <a:xfrm>
            <a:off x="281596" y="2363517"/>
            <a:ext cx="4109782" cy="342410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Isolation between docker container and host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AD036B-C05F-4DB0-ACA6-D763AB1A64AC}"/>
              </a:ext>
            </a:extLst>
          </p:cNvPr>
          <p:cNvSpPr txBox="1">
            <a:spLocks/>
          </p:cNvSpPr>
          <p:nvPr/>
        </p:nvSpPr>
        <p:spPr>
          <a:xfrm>
            <a:off x="4459112" y="2367092"/>
            <a:ext cx="7383558" cy="342410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Docker does not create any network</a:t>
            </a:r>
          </a:p>
          <a:p>
            <a:endParaRPr lang="en-US" dirty="0"/>
          </a:p>
          <a:p>
            <a:r>
              <a:rPr lang="en-US" dirty="0"/>
              <a:t>It will use host network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7FEA7E-E573-4FCE-953E-67E7BDD494CC}"/>
              </a:ext>
            </a:extLst>
          </p:cNvPr>
          <p:cNvSpPr/>
          <p:nvPr/>
        </p:nvSpPr>
        <p:spPr>
          <a:xfrm>
            <a:off x="1343378" y="4643307"/>
            <a:ext cx="882791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docker run -it --net=host --name </a:t>
            </a:r>
            <a:r>
              <a:rPr lang="en-US" dirty="0" err="1"/>
              <a:t>myubuntu</a:t>
            </a:r>
            <a:r>
              <a:rPr lang="en-US" dirty="0"/>
              <a:t> ubuntu:14.04</a:t>
            </a:r>
          </a:p>
          <a:p>
            <a:pPr algn="ctr"/>
            <a:r>
              <a:rPr lang="en-US" dirty="0"/>
              <a:t>docker network ls</a:t>
            </a:r>
          </a:p>
          <a:p>
            <a:pPr algn="ctr"/>
            <a:r>
              <a:rPr lang="en-US" dirty="0"/>
              <a:t>docker network inspect host</a:t>
            </a:r>
          </a:p>
        </p:txBody>
      </p:sp>
    </p:spTree>
    <p:extLst>
      <p:ext uri="{BB962C8B-B14F-4D97-AF65-F5344CB8AC3E}">
        <p14:creationId xmlns:p14="http://schemas.microsoft.com/office/powerpoint/2010/main" val="711387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83AC7-9100-4064-99C3-9EA062F7FCCC}"/>
              </a:ext>
            </a:extLst>
          </p:cNvPr>
          <p:cNvSpPr txBox="1">
            <a:spLocks/>
          </p:cNvSpPr>
          <p:nvPr/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None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7D880-9231-4B58-B5E8-0E8CD80DFF43}"/>
              </a:ext>
            </a:extLst>
          </p:cNvPr>
          <p:cNvSpPr txBox="1">
            <a:spLocks/>
          </p:cNvSpPr>
          <p:nvPr/>
        </p:nvSpPr>
        <p:spPr>
          <a:xfrm>
            <a:off x="281596" y="2363517"/>
            <a:ext cx="11379826" cy="342410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It won’t create any network</a:t>
            </a:r>
          </a:p>
        </p:txBody>
      </p:sp>
    </p:spTree>
    <p:extLst>
      <p:ext uri="{BB962C8B-B14F-4D97-AF65-F5344CB8AC3E}">
        <p14:creationId xmlns:p14="http://schemas.microsoft.com/office/powerpoint/2010/main" val="493876554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1913</TotalTime>
  <Words>236</Words>
  <Application>Microsoft Office PowerPoint</Application>
  <PresentationFormat>Widescreen</PresentationFormat>
  <Paragraphs>55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Tw Cen MT</vt:lpstr>
      <vt:lpstr>Droplet</vt:lpstr>
      <vt:lpstr>Docker network</vt:lpstr>
      <vt:lpstr>Docker Network Driver</vt:lpstr>
      <vt:lpstr>Overlay and ingress network</vt:lpstr>
      <vt:lpstr>Docker network behind scene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 network</dc:title>
  <dc:creator>Windows User</dc:creator>
  <cp:lastModifiedBy>Windows User</cp:lastModifiedBy>
  <cp:revision>17</cp:revision>
  <dcterms:created xsi:type="dcterms:W3CDTF">2019-12-05T09:20:26Z</dcterms:created>
  <dcterms:modified xsi:type="dcterms:W3CDTF">2019-12-12T07:24:18Z</dcterms:modified>
</cp:coreProperties>
</file>